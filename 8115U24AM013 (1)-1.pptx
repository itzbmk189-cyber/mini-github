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5"/>
  </p:notesMasterIdLst>
  <p:sldIdLst>
    <p:sldId id="257" r:id="rId3"/>
    <p:sldId id="258" r:id="rId4"/>
    <p:sldId id="260" r:id="rId5"/>
    <p:sldId id="286" r:id="rId6"/>
    <p:sldId id="275" r:id="rId7"/>
    <p:sldId id="287" r:id="rId8"/>
    <p:sldId id="290" r:id="rId9"/>
    <p:sldId id="291" r:id="rId10"/>
    <p:sldId id="265" r:id="rId11"/>
    <p:sldId id="271" r:id="rId12"/>
    <p:sldId id="272" r:id="rId13"/>
    <p:sldId id="274" r:id="rId14"/>
  </p:sldIdLst>
  <p:sldSz cx="12192000" cy="6858000"/>
  <p:notesSz cx="7772400" cy="10058400"/>
  <p:embeddedFontLs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Arial Rounded MT Bold" panose="020F0704030504030204" pitchFamily="3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4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70" d="100"/>
          <a:sy n="70" d="100"/>
        </p:scale>
        <p:origin x="-720" y="-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94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font" Target="fonts/font3.fntdata" /><Relationship Id="rId26" Type="http://schemas.openxmlformats.org/officeDocument/2006/relationships/viewProps" Target="viewProps.xml" /><Relationship Id="rId3" Type="http://schemas.openxmlformats.org/officeDocument/2006/relationships/slide" Target="slides/slide1.xml" /><Relationship Id="rId21" Type="http://schemas.openxmlformats.org/officeDocument/2006/relationships/font" Target="fonts/font6.fntdata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font" Target="fonts/font2.fntdata" /><Relationship Id="rId25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font" Target="fonts/font1.fntdata" /><Relationship Id="rId20" Type="http://schemas.openxmlformats.org/officeDocument/2006/relationships/font" Target="fonts/font5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font" Target="fonts/font9.fntdata" /><Relationship Id="rId5" Type="http://schemas.openxmlformats.org/officeDocument/2006/relationships/slide" Target="slides/slide3.xml" /><Relationship Id="rId15" Type="http://schemas.openxmlformats.org/officeDocument/2006/relationships/notesMaster" Target="notesMasters/notesMaster1.xml" /><Relationship Id="rId23" Type="http://schemas.openxmlformats.org/officeDocument/2006/relationships/font" Target="fonts/font8.fntdata" /><Relationship Id="rId28" Type="http://schemas.openxmlformats.org/officeDocument/2006/relationships/tableStyles" Target="tableStyles.xml" /><Relationship Id="rId10" Type="http://schemas.openxmlformats.org/officeDocument/2006/relationships/slide" Target="slides/slide8.xml" /><Relationship Id="rId19" Type="http://schemas.openxmlformats.org/officeDocument/2006/relationships/font" Target="fonts/font4.fntdata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font" Target="fonts/font7.fntdata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50305040509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50305040509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50305040509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50305040509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  <p:extLst>
      <p:ext uri="{BB962C8B-B14F-4D97-AF65-F5344CB8AC3E}">
        <p14:creationId xmlns:p14="http://schemas.microsoft.com/office/powerpoint/2010/main" val="3791731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53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71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6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41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9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58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9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20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1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1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 /><Relationship Id="rId3" Type="http://schemas.openxmlformats.org/officeDocument/2006/relationships/slideLayout" Target="../slideLayouts/slideLayout15.xml" /><Relationship Id="rId7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14.xml" /><Relationship Id="rId1" Type="http://schemas.openxmlformats.org/officeDocument/2006/relationships/slideLayout" Target="../slideLayouts/slideLayout13.xml" /><Relationship Id="rId6" Type="http://schemas.openxmlformats.org/officeDocument/2006/relationships/slideLayout" Target="../slideLayouts/slideLayout18.xml" /><Relationship Id="rId11" Type="http://schemas.openxmlformats.org/officeDocument/2006/relationships/theme" Target="../theme/theme2.xml" /><Relationship Id="rId5" Type="http://schemas.openxmlformats.org/officeDocument/2006/relationships/slideLayout" Target="../slideLayouts/slideLayout17.xml" /><Relationship Id="rId10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50305040509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50305040509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50305040509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3.xml" /><Relationship Id="rId5" Type="http://schemas.openxmlformats.org/officeDocument/2006/relationships/image" Target="../media/image4.jpeg" /><Relationship Id="rId4" Type="http://schemas.openxmlformats.org/officeDocument/2006/relationships/image" Target="../media/image2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lvl="0" algn="ctr">
              <a:lnSpc>
                <a:spcPct val="150000"/>
              </a:lnSpc>
              <a:buSzPts val="2000"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DEPARTMENT OF CSE(</a:t>
            </a:r>
            <a:r>
              <a:rPr lang="en-GB" sz="20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ARTIFICIAL INTELLIGENCE AND MACHINE LEARNING) </a:t>
            </a:r>
          </a:p>
          <a:p>
            <a:pPr lvl="0" algn="ctr">
              <a:lnSpc>
                <a:spcPct val="150000"/>
              </a:lnSpc>
              <a:buSzPts val="2000"/>
            </a:pPr>
            <a:r>
              <a:rPr lang="en-GB" sz="20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CGB</a:t>
            </a:r>
            <a:r>
              <a:rPr lang="en-GB" sz="2000" b="1" i="0" u="none" strike="noStrike" cap="none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1221 – </a:t>
            </a:r>
            <a:r>
              <a:rPr lang="en-IN" sz="20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DATABASE MANAGEMENT SYSTEMS</a:t>
            </a:r>
            <a:endParaRPr lang="en-IN" sz="2000" b="1" i="0" u="none" strike="noStrike" cap="none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lvl="0" algn="ctr">
              <a:lnSpc>
                <a:spcPct val="150000"/>
              </a:lnSpc>
              <a:buSzPts val="2000"/>
            </a:pPr>
            <a:endParaRPr lang="en-GB" sz="2000" b="1" i="0" u="none" strike="noStrike" cap="none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None/>
            </a:pPr>
            <a:endParaRPr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50305040509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176734" y="3276175"/>
            <a:ext cx="983853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MINI GITHUB</a:t>
            </a:r>
          </a:p>
        </p:txBody>
      </p:sp>
      <p:sp>
        <p:nvSpPr>
          <p:cNvPr id="1048588" name="Google Shape;146;p26"/>
          <p:cNvSpPr txBox="1"/>
          <p:nvPr/>
        </p:nvSpPr>
        <p:spPr>
          <a:xfrm>
            <a:off x="64135" y="463048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             PRESENTED BY  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Calibri" panose="020F0502020204030204"/>
              <a:cs typeface="Times New Roman" panose="02020503050405090304" pitchFamily="18" charset="0"/>
              <a:sym typeface="Calibri" panose="020F0502020204030204"/>
            </a:endParaRPr>
          </a:p>
          <a:p>
            <a:pPr lvl="0" algn="just">
              <a:lnSpc>
                <a:spcPct val="150000"/>
              </a:lnSpc>
              <a:buSzPts val="2400"/>
            </a:pPr>
            <a:r>
              <a:rPr lang="en-US" sz="2400" b="1" dirty="0">
                <a:solidFill>
                  <a:schemeClr val="dk1"/>
                </a:solidFill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             BALAMANIKANDAN S                                                Mr. </a:t>
            </a:r>
            <a:r>
              <a:rPr lang="en-GB" sz="2400" b="1" dirty="0" err="1">
                <a:solidFill>
                  <a:schemeClr val="dk1"/>
                </a:solidFill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P.Nagaraj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Calibri" panose="020F0502020204030204"/>
              <a:cs typeface="Times New Roman" panose="0202050305040509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             8115U24AM013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    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I</a:t>
            </a:r>
            <a:r>
              <a:rPr lang="en-US" sz="2400" b="1" dirty="0">
                <a:solidFill>
                  <a:schemeClr val="dk1"/>
                </a:solidFill>
                <a:latin typeface="Times New Roman" panose="02020503050405090304" pitchFamily="18" charset="0"/>
                <a:ea typeface="Arial Narrow" panose="020B0606020202030204"/>
                <a:cs typeface="Times New Roman" panose="02020503050405090304" pitchFamily="18" charset="0"/>
                <a:sym typeface="Arial Narrow" panose="020B0606020202030204"/>
              </a:rPr>
              <a:t>&amp;ML.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Calibri" panose="020F0502020204030204"/>
              <a:cs typeface="Times New Roman" panose="0202050305040509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Calibri" panose="020F0502020204030204"/>
              <a:cs typeface="Times New Roman" panose="0202050305040509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503050405090304"/>
              <a:buNone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Arial" panose="020B0604020202090204"/>
              </a:rPr>
              <a:t>PRESENTATION </a:t>
            </a:r>
            <a:r>
              <a:rPr 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OVERVIEW</a:t>
            </a:r>
            <a:endParaRPr 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1184551" y="1828800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Objective</a:t>
            </a:r>
            <a:endParaRPr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Project Analysis</a:t>
            </a:r>
            <a:endParaRPr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System </a:t>
            </a: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Architecture </a:t>
            </a:r>
            <a:endParaRPr lang="en-GB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IN" altLang="en-GB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Methodology </a:t>
            </a:r>
            <a:endParaRPr lang="en-US" altLang="en-GB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Dataset Used</a:t>
            </a:r>
            <a:endParaRPr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Modules</a:t>
            </a:r>
            <a:endParaRPr lang="en-US" sz="1800" b="1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AutoNum type="arabicPeriod"/>
            </a:pPr>
            <a:r>
              <a:rPr lang="en-IN" altLang="zh-CN" sz="1800" b="1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Implementation </a:t>
            </a:r>
            <a:endParaRPr lang="en-US" sz="1800" b="1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9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9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Future Scope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9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OBJECTIVE</a:t>
            </a:r>
            <a:endParaRPr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1091013" y="1267465"/>
            <a:ext cx="10335126" cy="478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relational database that models a simplified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with entities like User, Repository, Commit, and Issue.</a:t>
            </a:r>
          </a:p>
          <a:p>
            <a:pPr marL="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core DBMS concepts such as ER modeling, normalization, primary and foreign keys, and constraints to ensure data integrity and reduce redundancy.</a:t>
            </a:r>
          </a:p>
          <a:p>
            <a:pPr marL="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structured queries (SQL) can be used to manage, retrieve, and maintain version control and collaboration data efficiently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PROJECT ANALYSIS</a:t>
            </a:r>
            <a:endParaRPr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1365250" y="1271588"/>
            <a:ext cx="10038715" cy="478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Complexity in using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commands (branching, merging, rebasing)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Difficulty for beginners due to steep learning curve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Merge conflicts when multiple users edit the same code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Challenges in team collaboration and communication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7908" y="0"/>
            <a:ext cx="6916184" cy="1470025"/>
          </a:xfrm>
        </p:spPr>
        <p:txBody>
          <a:bodyPr/>
          <a:lstStyle/>
          <a:p>
            <a:pPr algn="ctr"/>
            <a:br>
              <a:rPr lang="en-I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I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SYSTEM ARCHITECTURE </a:t>
            </a:r>
            <a:endParaRPr lang="en-IN" sz="3000" b="1" dirty="0"/>
          </a:p>
        </p:txBody>
      </p:sp>
      <p:pic>
        <p:nvPicPr>
          <p:cNvPr id="5" name="Google Shape;168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28" descr="KRCE Tiruchirappalli : Admission 2024, Courses, Fees, Placement, Cut Of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8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0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2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4" descr="https://chatgpt.com/backend-api/estuary/content?id=file_00000000e890720886fd1bbc6494f461&amp;ts=493029&amp;p=fs&amp;cid=1&amp;sig=394cf9a79458c25f42061f02166bf82c706e7ed3fb79a984302560561bed8ebf&amp;v=0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898" y="1271588"/>
            <a:ext cx="6314787" cy="5131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METHODOLOGY </a:t>
            </a:r>
            <a:endParaRPr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1515" y="1768457"/>
            <a:ext cx="1280847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Analyze functional and non-functional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Create UI/UX design for user interaction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Monitor and maintain the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Debug errors and ensure system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DATASET USED </a:t>
            </a:r>
            <a:endParaRPr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1850" y="1488314"/>
            <a:ext cx="8848897" cy="4494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/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User Dataset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Stores user details like username, email, and password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Repository Dataset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Contains information about repositories such as name, owner, and visibility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Commit Dataset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Maintains history of code changes with commit messages and timestamps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File Dataset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Stores files and their versions within repositories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Branch Dataset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Keeps track of different branches in a repository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 sz="30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/>
              </a:rPr>
              <a:t>MODULES </a:t>
            </a:r>
            <a:endParaRPr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65250" y="1107698"/>
            <a:ext cx="8091334" cy="4668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User Module: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Handles user registration, login, and profile management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Repository Module: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Manages creation, deletion, and organization of repositories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Version Control Module: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Tracks code changes using commits, branches, and merges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File Management Module:</a:t>
            </a:r>
          </a:p>
          <a:p>
            <a:pPr marL="11430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Handles uploading, editing, and deletion of files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Notification Module:</a:t>
            </a:r>
          </a:p>
          <a:p>
            <a:pPr marL="11430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Sends alerts for commits, pull requests, and issues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Arial" panose="020B0604020202090204"/>
              </a:rPr>
              <a:t>IMPLEMENTATION</a:t>
            </a: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37343" y="254838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1A3DCB-4165-63F3-8A5B-E0689B200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250" y="1917974"/>
            <a:ext cx="8128000" cy="4201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Arial" panose="020B0604020202090204"/>
              </a:rPr>
              <a:t>CONCLUSION</a:t>
            </a:r>
            <a:endParaRPr sz="3000" b="1" dirty="0">
              <a:latin typeface="Times New Roman" panose="02020503050405090304" pitchFamily="18" charset="0"/>
              <a:ea typeface="Arial" panose="020B0604020202090204"/>
              <a:cs typeface="Times New Roman" panose="02020503050405090304" pitchFamily="18" charset="0"/>
              <a:sym typeface="Arial" panose="020B060402020209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65250" y="1429761"/>
            <a:ext cx="9494907" cy="32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provides a practical understanding of real-world software development workflows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enables users to manage repositories, track code changes, and collaborate efficiently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Core features like commits, branching, and pull requests improve code management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enhances teamwork and reduces code conflicts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Arial" panose="020B0604020202090204"/>
              </a:rPr>
              <a:t>FUTURE SCOPE</a:t>
            </a:r>
            <a:endParaRPr sz="3000" b="1" dirty="0">
              <a:latin typeface="Times New Roman" panose="02020503050405090304" pitchFamily="18" charset="0"/>
              <a:ea typeface="Arial" panose="020B0604020202090204"/>
              <a:cs typeface="Times New Roman" panose="02020503050405090304" pitchFamily="18" charset="0"/>
              <a:sym typeface="Arial" panose="020B060402020209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23503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12888" y="1320729"/>
            <a:ext cx="8574783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Integration with advanced CI/CD tools for automated testing and deployment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Implementation of AI-based code suggestions and error detection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Enhanced security features like multi-factor authentication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 for real-time collaboration (live code editing)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Mobile application development for better accessibility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Improved UI/UX for a more user-friendly experience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297</Words>
  <Application>Microsoft Office PowerPoint</Application>
  <PresentationFormat>Widescreen</PresentationFormat>
  <Paragraphs>100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1_Office Theme</vt:lpstr>
      <vt:lpstr>PowerPoint Presentation</vt:lpstr>
      <vt:lpstr>PRESENTATION OVERVIEW</vt:lpstr>
      <vt:lpstr>OBJECTIVE</vt:lpstr>
      <vt:lpstr>PROJECT ANALYSIS</vt:lpstr>
      <vt:lpstr> SYSTEM ARCHITECTURE </vt:lpstr>
      <vt:lpstr>METHODOLOGY </vt:lpstr>
      <vt:lpstr>DATASET USED </vt:lpstr>
      <vt:lpstr>MODULES </vt:lpstr>
      <vt:lpstr>IMPLEMENTATION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Bala manikandan</cp:lastModifiedBy>
  <cp:revision>38</cp:revision>
  <dcterms:created xsi:type="dcterms:W3CDTF">2026-03-23T15:56:25Z</dcterms:created>
  <dcterms:modified xsi:type="dcterms:W3CDTF">2026-05-05T09:37:34Z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1EE99BB597EF04BB155CC169B59B2E70_43</vt:lpwstr>
  </property>
  <property fmtid="{D5CDD505-2E9C-101B-9397-08002B2CF9AE}" pid="3" name="KSOProductBuildVer">
    <vt:lpwstr>1033-12.1.23155.23155</vt:lpwstr>
  </property>
</Properties>
</file>